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304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84" y="5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1968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LinkedIn banner: 1584 × 396 px equivalent.</a:t>
            </a:r>
          </a:p>
          <a:p>
            <a:r>
              <a:t>Editable copy exactly as requested.</a:t>
            </a:r>
          </a:p>
          <a:p>
            <a:r>
              <a:t>Design retains the reference's dark/medium blue technology aesthetic, world map/network graphics, AI circular element, growth/analytics chart and right-side composition.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inkedin_banner_clean_bg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9" cy="30479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870916" y="913879"/>
            <a:ext cx="5410777" cy="3693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dirty="0">
                <a:solidFill>
                  <a:srgbClr val="F5F8FC"/>
                </a:solidFill>
                <a:latin typeface="Arial"/>
              </a:rPr>
              <a:t>DIGITAL &amp; INTEGRATED MARKETING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70916" y="1435918"/>
            <a:ext cx="3965829" cy="307777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F5F8FC"/>
                </a:solidFill>
                <a:latin typeface="Arial"/>
              </a:rPr>
              <a:t>SCALING GROWTH &amp; REVENUE</a:t>
            </a:r>
          </a:p>
        </p:txBody>
      </p:sp>
      <p:sp>
        <p:nvSpPr>
          <p:cNvPr id="5" name="Rectangle 4"/>
          <p:cNvSpPr/>
          <p:nvPr/>
        </p:nvSpPr>
        <p:spPr>
          <a:xfrm>
            <a:off x="4870916" y="1890607"/>
            <a:ext cx="4315968" cy="32004"/>
          </a:xfrm>
          <a:prstGeom prst="rect">
            <a:avLst/>
          </a:prstGeom>
          <a:solidFill>
            <a:srgbClr val="00B1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70916" y="2067293"/>
            <a:ext cx="449424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1" dirty="0">
                <a:solidFill>
                  <a:srgbClr val="EBF1F8"/>
                </a:solidFill>
                <a:latin typeface="Arial"/>
              </a:rPr>
              <a:t>GTM Strategy • Marketing Automation • AI Workflows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60</Words>
  <Application>Microsoft Office PowerPoint</Application>
  <PresentationFormat>Custom</PresentationFormat>
  <Paragraphs>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GARG</dc:creator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2026-08-26T09:58:11Z</dcterms:modified>
  <cp:category/>
</cp:coreProperties>
</file>